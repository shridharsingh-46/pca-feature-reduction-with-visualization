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ptos Bold" panose="020B0604020202020204" charset="0"/>
      <p:regular r:id="rId11"/>
    </p:embeddedFont>
    <p:embeddedFont>
      <p:font typeface="TT Phobos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14604" y="0"/>
            <a:ext cx="1371600" cy="1498478"/>
            <a:chOff x="0" y="0"/>
            <a:chExt cx="1300480" cy="1420780"/>
          </a:xfrm>
        </p:grpSpPr>
        <p:sp>
          <p:nvSpPr>
            <p:cNvPr id="3" name="Freeform 3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4844257" y="0"/>
            <a:ext cx="1227810" cy="1322255"/>
            <a:chOff x="0" y="0"/>
            <a:chExt cx="1164146" cy="1253693"/>
          </a:xfrm>
        </p:grpSpPr>
        <p:sp>
          <p:nvSpPr>
            <p:cNvPr id="5" name="Freeform 5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46" r="-3851" b="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3886204" y="0"/>
            <a:ext cx="10744196" cy="1302543"/>
            <a:chOff x="0" y="0"/>
            <a:chExt cx="10187089" cy="12350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0724" b="-11072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657600" y="1828796"/>
            <a:ext cx="10972800" cy="1142998"/>
            <a:chOff x="0" y="0"/>
            <a:chExt cx="10403840" cy="10837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03840" cy="1083735"/>
            </a:xfrm>
            <a:custGeom>
              <a:avLst/>
              <a:gdLst/>
              <a:ahLst/>
              <a:cxnLst/>
              <a:rect l="l" t="t" r="r" b="b"/>
              <a:pathLst>
                <a:path w="10403840" h="1083735">
                  <a:moveTo>
                    <a:pt x="0" y="0"/>
                  </a:moveTo>
                  <a:lnTo>
                    <a:pt x="10403840" y="0"/>
                  </a:lnTo>
                  <a:lnTo>
                    <a:pt x="10403840" y="1083735"/>
                  </a:lnTo>
                  <a:lnTo>
                    <a:pt x="0" y="10837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056" b="-13705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47625"/>
              <a:ext cx="10403840" cy="103610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3887"/>
                </a:lnSpc>
              </a:pPr>
              <a:r>
                <a:rPr lang="en-US" sz="3599" b="1" spc="28">
                  <a:solidFill>
                    <a:srgbClr val="FF000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314700" y="1498478"/>
            <a:ext cx="11721751" cy="1166031"/>
            <a:chOff x="0" y="0"/>
            <a:chExt cx="11113957" cy="110557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113957" cy="1105573"/>
            </a:xfrm>
            <a:custGeom>
              <a:avLst/>
              <a:gdLst/>
              <a:ahLst/>
              <a:cxnLst/>
              <a:rect l="l" t="t" r="r" b="b"/>
              <a:pathLst>
                <a:path w="11113957" h="1105573">
                  <a:moveTo>
                    <a:pt x="0" y="0"/>
                  </a:moveTo>
                  <a:lnTo>
                    <a:pt x="11113957" y="0"/>
                  </a:lnTo>
                  <a:lnTo>
                    <a:pt x="11113957" y="1105573"/>
                  </a:lnTo>
                  <a:lnTo>
                    <a:pt x="0" y="11055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4349" r="6389" b="-13237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47625"/>
              <a:ext cx="11113957" cy="105794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3887"/>
                </a:lnSpc>
              </a:pPr>
              <a:r>
                <a:rPr lang="en-US" sz="3599" b="1" spc="28" dirty="0">
                  <a:solidFill>
                    <a:srgbClr val="FF000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Title of Project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92186" y="6856938"/>
            <a:ext cx="14279881" cy="3064220"/>
            <a:chOff x="0" y="0"/>
            <a:chExt cx="13004800" cy="279060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004800" cy="2790609"/>
            </a:xfrm>
            <a:custGeom>
              <a:avLst/>
              <a:gdLst/>
              <a:ahLst/>
              <a:cxnLst/>
              <a:rect l="l" t="t" r="r" b="b"/>
              <a:pathLst>
                <a:path w="13004800" h="2790609">
                  <a:moveTo>
                    <a:pt x="0" y="0"/>
                  </a:moveTo>
                  <a:lnTo>
                    <a:pt x="13004800" y="0"/>
                  </a:lnTo>
                  <a:lnTo>
                    <a:pt x="13004800" y="2790609"/>
                  </a:lnTo>
                  <a:lnTo>
                    <a:pt x="0" y="27906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0804" b="-40804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38100"/>
              <a:ext cx="13004800" cy="275250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marL="0" lvl="0" indent="0" algn="ctr">
                <a:lnSpc>
                  <a:spcPts val="2976"/>
                </a:lnSpc>
                <a:spcBef>
                  <a:spcPct val="0"/>
                </a:spcBef>
              </a:pPr>
              <a:r>
                <a:rPr lang="en-US" sz="2756" b="1" u="none" strike="noStrike" spc="21">
                  <a:solidFill>
                    <a:srgbClr val="00206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Project Phase 1 (BCS685)</a:t>
              </a:r>
            </a:p>
            <a:p>
              <a:pPr marL="0" lvl="0" indent="0" algn="ctr">
                <a:lnSpc>
                  <a:spcPts val="2976"/>
                </a:lnSpc>
                <a:spcBef>
                  <a:spcPct val="0"/>
                </a:spcBef>
              </a:pPr>
              <a:r>
                <a:rPr lang="en-US" sz="2756" b="1" u="none" strike="noStrike" spc="21">
                  <a:solidFill>
                    <a:srgbClr val="00206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VI Semester, </a:t>
              </a:r>
            </a:p>
            <a:p>
              <a:pPr marL="0" lvl="0" indent="0" algn="ctr">
                <a:lnSpc>
                  <a:spcPts val="2976"/>
                </a:lnSpc>
                <a:spcBef>
                  <a:spcPct val="0"/>
                </a:spcBef>
              </a:pPr>
              <a:r>
                <a:rPr lang="en-US" sz="2756" b="1" u="none" strike="noStrike" spc="21">
                  <a:solidFill>
                    <a:srgbClr val="00206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Systems, </a:t>
              </a:r>
            </a:p>
            <a:p>
              <a:pPr marL="0" lvl="0" indent="0" algn="ctr">
                <a:lnSpc>
                  <a:spcPts val="2976"/>
                </a:lnSpc>
                <a:spcBef>
                  <a:spcPct val="0"/>
                </a:spcBef>
              </a:pPr>
              <a:r>
                <a:rPr lang="en-US" sz="2756" b="1" u="none" strike="noStrike" spc="21">
                  <a:solidFill>
                    <a:srgbClr val="00206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S. G. Balekundri Institute of Technology, Belagavi 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620242" y="3839299"/>
            <a:ext cx="2780558" cy="501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2"/>
              </a:lnSpc>
              <a:spcBef>
                <a:spcPct val="0"/>
              </a:spcBef>
            </a:pPr>
            <a:r>
              <a:rPr lang="en-US" sz="330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Group no: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04493" y="4613799"/>
            <a:ext cx="8454352" cy="2040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0"/>
              </a:lnSpc>
              <a:spcBef>
                <a:spcPct val="0"/>
              </a:spcBef>
            </a:pPr>
            <a:r>
              <a:rPr lang="en-US" sz="3291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Name 1     USN1</a:t>
            </a:r>
          </a:p>
          <a:p>
            <a:pPr algn="ctr">
              <a:lnSpc>
                <a:spcPts val="3950"/>
              </a:lnSpc>
              <a:spcBef>
                <a:spcPct val="0"/>
              </a:spcBef>
            </a:pPr>
            <a:r>
              <a:rPr lang="en-US" sz="3291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Name 2     USN2</a:t>
            </a:r>
          </a:p>
          <a:p>
            <a:pPr algn="ctr">
              <a:lnSpc>
                <a:spcPts val="3950"/>
              </a:lnSpc>
              <a:spcBef>
                <a:spcPct val="0"/>
              </a:spcBef>
            </a:pPr>
            <a:r>
              <a:rPr lang="en-US" sz="3291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Name 3     USN3</a:t>
            </a:r>
          </a:p>
          <a:p>
            <a:pPr algn="ctr">
              <a:lnSpc>
                <a:spcPts val="3950"/>
              </a:lnSpc>
              <a:spcBef>
                <a:spcPct val="0"/>
              </a:spcBef>
            </a:pPr>
            <a:r>
              <a:rPr lang="en-US" sz="3291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Name 4     USN4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0"/>
            <a:ext cx="1371600" cy="1498478"/>
            <a:chOff x="0" y="0"/>
            <a:chExt cx="1300480" cy="1420780"/>
          </a:xfrm>
        </p:grpSpPr>
        <p:sp>
          <p:nvSpPr>
            <p:cNvPr id="3" name="Freeform 3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4615653" y="0"/>
            <a:ext cx="1227810" cy="1322255"/>
            <a:chOff x="0" y="0"/>
            <a:chExt cx="1164146" cy="1253693"/>
          </a:xfrm>
        </p:grpSpPr>
        <p:sp>
          <p:nvSpPr>
            <p:cNvPr id="5" name="Freeform 5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46" r="-3851" b="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3657600" y="0"/>
            <a:ext cx="10744196" cy="1302543"/>
            <a:chOff x="0" y="0"/>
            <a:chExt cx="10187089" cy="12350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0724" b="-11072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444538" y="2754197"/>
            <a:ext cx="3060168" cy="628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263" b="1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0"/>
            <a:ext cx="1371600" cy="1498478"/>
            <a:chOff x="0" y="0"/>
            <a:chExt cx="1300480" cy="1420780"/>
          </a:xfrm>
        </p:grpSpPr>
        <p:sp>
          <p:nvSpPr>
            <p:cNvPr id="3" name="Freeform 3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4615653" y="0"/>
            <a:ext cx="1227810" cy="1322255"/>
            <a:chOff x="0" y="0"/>
            <a:chExt cx="1164146" cy="1253693"/>
          </a:xfrm>
        </p:grpSpPr>
        <p:sp>
          <p:nvSpPr>
            <p:cNvPr id="5" name="Freeform 5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46" r="-3851" b="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3657600" y="0"/>
            <a:ext cx="10744196" cy="1302543"/>
            <a:chOff x="0" y="0"/>
            <a:chExt cx="10187089" cy="12350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0724" b="-11072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444538" y="1978709"/>
            <a:ext cx="3437790" cy="508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3374" b="1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Literature Survey: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0"/>
            <a:ext cx="1371600" cy="1498478"/>
            <a:chOff x="0" y="0"/>
            <a:chExt cx="1300480" cy="1420780"/>
          </a:xfrm>
        </p:grpSpPr>
        <p:sp>
          <p:nvSpPr>
            <p:cNvPr id="3" name="Freeform 3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4615653" y="0"/>
            <a:ext cx="1227810" cy="1322255"/>
            <a:chOff x="0" y="0"/>
            <a:chExt cx="1164146" cy="1253693"/>
          </a:xfrm>
        </p:grpSpPr>
        <p:sp>
          <p:nvSpPr>
            <p:cNvPr id="5" name="Freeform 5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46" r="-3851" b="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3657600" y="0"/>
            <a:ext cx="10744196" cy="1302543"/>
            <a:chOff x="0" y="0"/>
            <a:chExt cx="10187089" cy="12350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0724" b="-11072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444538" y="1978709"/>
            <a:ext cx="3437790" cy="508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3374" b="1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Literature Survey: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0"/>
            <a:ext cx="1371600" cy="1498478"/>
            <a:chOff x="0" y="0"/>
            <a:chExt cx="1300480" cy="1420780"/>
          </a:xfrm>
        </p:grpSpPr>
        <p:sp>
          <p:nvSpPr>
            <p:cNvPr id="3" name="Freeform 3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4615653" y="0"/>
            <a:ext cx="1227810" cy="1322255"/>
            <a:chOff x="0" y="0"/>
            <a:chExt cx="1164146" cy="1253693"/>
          </a:xfrm>
        </p:grpSpPr>
        <p:sp>
          <p:nvSpPr>
            <p:cNvPr id="5" name="Freeform 5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46" r="-3851" b="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3657600" y="0"/>
            <a:ext cx="10744196" cy="1302543"/>
            <a:chOff x="0" y="0"/>
            <a:chExt cx="10187089" cy="12350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0724" b="-11072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444538" y="1978709"/>
            <a:ext cx="3437790" cy="508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3374" b="1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Literature Survey: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0"/>
            <a:ext cx="1371600" cy="1498478"/>
            <a:chOff x="0" y="0"/>
            <a:chExt cx="1300480" cy="1420780"/>
          </a:xfrm>
        </p:grpSpPr>
        <p:sp>
          <p:nvSpPr>
            <p:cNvPr id="3" name="Freeform 3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4615653" y="0"/>
            <a:ext cx="1227810" cy="1322255"/>
            <a:chOff x="0" y="0"/>
            <a:chExt cx="1164146" cy="1253693"/>
          </a:xfrm>
        </p:grpSpPr>
        <p:sp>
          <p:nvSpPr>
            <p:cNvPr id="5" name="Freeform 5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46" r="-3851" b="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3657600" y="0"/>
            <a:ext cx="10744196" cy="1302543"/>
            <a:chOff x="0" y="0"/>
            <a:chExt cx="10187089" cy="12350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0724" b="-11072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</a:t>
              </a:r>
              <a:r>
                <a:rPr lang="en-US" sz="2774" b="1" spc="21" dirty="0" err="1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S.G.Balekundri</a:t>
              </a: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444538" y="1978709"/>
            <a:ext cx="3437790" cy="508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3374" b="1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Literature Survey: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3F4BE39-C319-11D3-EC84-E3E352D93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0124" y="2629565"/>
            <a:ext cx="637603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352084" y="2172202"/>
            <a:ext cx="3439116" cy="690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3"/>
              </a:lnSpc>
            </a:pPr>
            <a:r>
              <a:rPr lang="en-US" sz="4544" b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Objectives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286000" y="0"/>
            <a:ext cx="1371600" cy="1498478"/>
            <a:chOff x="0" y="0"/>
            <a:chExt cx="1300480" cy="1420780"/>
          </a:xfrm>
        </p:grpSpPr>
        <p:sp>
          <p:nvSpPr>
            <p:cNvPr id="5" name="Freeform 5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3657600" y="0"/>
            <a:ext cx="10744196" cy="1302543"/>
            <a:chOff x="0" y="0"/>
            <a:chExt cx="10187089" cy="12350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24" b="-11072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15653" y="0"/>
            <a:ext cx="1227810" cy="1322255"/>
            <a:chOff x="0" y="0"/>
            <a:chExt cx="1164146" cy="1253693"/>
          </a:xfrm>
        </p:grpSpPr>
        <p:sp>
          <p:nvSpPr>
            <p:cNvPr id="10" name="Freeform 10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846" r="-3851" b="4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0"/>
            <a:ext cx="1371600" cy="1498478"/>
            <a:chOff x="0" y="0"/>
            <a:chExt cx="1300480" cy="1420780"/>
          </a:xfrm>
        </p:grpSpPr>
        <p:sp>
          <p:nvSpPr>
            <p:cNvPr id="3" name="Freeform 3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4615653" y="0"/>
            <a:ext cx="1227810" cy="1322255"/>
            <a:chOff x="0" y="0"/>
            <a:chExt cx="1164146" cy="1253693"/>
          </a:xfrm>
        </p:grpSpPr>
        <p:sp>
          <p:nvSpPr>
            <p:cNvPr id="5" name="Freeform 5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46" r="-3851" b="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3657600" y="0"/>
            <a:ext cx="10744196" cy="1302543"/>
            <a:chOff x="0" y="0"/>
            <a:chExt cx="10187089" cy="12350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0724" b="-11072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444538" y="1978709"/>
            <a:ext cx="2660862" cy="508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3374" b="1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References: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00337" y="3872620"/>
            <a:ext cx="9980141" cy="1574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42"/>
              </a:lnSpc>
            </a:pPr>
            <a:r>
              <a:rPr lang="en-US" sz="10285" b="1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224</Words>
  <Application>Microsoft Office PowerPoint</Application>
  <PresentationFormat>Custom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TT Phobos Bold</vt:lpstr>
      <vt:lpstr>Arial</vt:lpstr>
      <vt:lpstr>Aptos</vt:lpstr>
      <vt:lpstr>Calibri</vt:lpstr>
      <vt:lpstr>Aptos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Lifelink</dc:title>
  <dc:creator>YASH</dc:creator>
  <cp:lastModifiedBy>YASH PATTAR</cp:lastModifiedBy>
  <cp:revision>2</cp:revision>
  <dcterms:created xsi:type="dcterms:W3CDTF">2006-08-16T00:00:00Z</dcterms:created>
  <dcterms:modified xsi:type="dcterms:W3CDTF">2026-04-18T07:44:33Z</dcterms:modified>
  <dc:identifier>DAHEN2xbJV8</dc:identifier>
</cp:coreProperties>
</file>