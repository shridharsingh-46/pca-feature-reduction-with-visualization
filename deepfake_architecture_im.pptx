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Deepfake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Fake Media 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Deepfakes are AI-generated fake media.</a:t>
            </a:r>
          </a:p>
          <a:p>
            <a:r>
              <a:t>They can spread misinformation and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4630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</a:t>
            </a:r>
          </a:p>
          <a:p>
            <a:r>
              <a:t>(Image/Video)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14630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Frame</a:t>
            </a:r>
          </a:p>
          <a:p>
            <a:r>
              <a:t>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14630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Face</a:t>
            </a:r>
          </a:p>
          <a:p>
            <a:r>
              <a:t>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828800"/>
            <a:ext cx="14630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14630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Deep Learning</a:t>
            </a:r>
          </a:p>
          <a:p>
            <a: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14630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</a:t>
            </a:r>
          </a:p>
          <a:p>
            <a:r>
              <a:t>(Real/Fake)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37744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237744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46320" y="237744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0" y="237744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80" y="237744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detects fake media using AI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