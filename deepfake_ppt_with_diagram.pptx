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Deepfake Detection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Detecting Fake Media Using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Deepfakes are AI-generated manipulated media posing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82880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Frame 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Face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82880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Output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28600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228600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4880" y="228600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228600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80960" y="228600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helps detect deepfakes and ensure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