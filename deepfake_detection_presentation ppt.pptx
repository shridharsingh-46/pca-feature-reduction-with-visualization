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Deepfake Detection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Detecting Fake Media Using Deep Learning</a:t>
            </a:r>
          </a:p>
          <a:p/>
          <a:p>
            <a:r>
              <a:t>Team Name:</a:t>
            </a:r>
          </a:p>
          <a:p>
            <a:r>
              <a:t>Team Members:</a:t>
            </a:r>
          </a:p>
          <a:p>
            <a:r>
              <a:t>College: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Deepfakes are AI-generated manipulated media.</a:t>
            </a:r>
          </a:p>
          <a:p>
            <a:r>
              <a:t>They pose risks like misinformation and identity misuse.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Difficult to detect realistic fake media.</a:t>
            </a:r>
          </a:p>
          <a:p>
            <a:r>
              <a:t>Need automated intelligent detection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Detect deepfake media</a:t>
            </a:r>
          </a:p>
          <a:p>
            <a:r>
              <a:t>Use deep learning</a:t>
            </a:r>
          </a:p>
          <a:p>
            <a:r>
              <a:t>Ensure accuracy and scalability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Proposed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Input → Frame Extraction → Face Detection → Model → Output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Pipeline: Input → Processing → Model → Output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Data collection, preprocessing, training, prediction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Details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CNN / Transfer Learning</a:t>
            </a:r>
          </a:p>
          <a:p>
            <a:r>
              <a:t>Binary Classification</a:t>
            </a:r>
          </a:p>
          <a:p>
            <a:r>
              <a:t>Loss: BCE, Optimizer: Adam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Technologies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Python, TensorFlow/PyTorch, OpenCV, NumPy, Pandas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Image &amp; video detection</a:t>
            </a:r>
          </a:p>
          <a:p>
            <a:r>
              <a:t>Fast and scalable</a:t>
            </a:r>
          </a:p>
          <a:p>
            <a:r>
              <a:t>Automated pipeline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Social media, cybersecurity, forensics, news validation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Outputs Real or Fake with confidence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Real-time detection, web app, advanced models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AI helps detect deepfakes and ensure digital trust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